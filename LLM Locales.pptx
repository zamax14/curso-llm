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9911b13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29911b13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29911b13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29911b13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29911b13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29911b13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29911b13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29911b13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29911b13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29911b13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29911b13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29911b13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29911b13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29911b13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29911b130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29911b13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29911b13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29911b13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29911b13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29911b13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29911b13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29911b13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9911b13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29911b13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hatGPT Image Jun 26, 2026, 10_18_3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ChatGPT Image Jun 26, 2026, 10_18_3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7499" cy="518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ChatGPT Image Jun 26, 2026, 10_18_4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ChatGPT Image Jun 26, 2026, 10_18_4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ChatGPT Image Jun 26, 2026, 10_18_5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ChatGPT Image Jun 26, 2026, 10_19_0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94550" cy="51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ChatGPT Image Jun 26, 2026, 10_19_0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ChatGPT Image Jun 26, 2026, 10_19_0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9025"/>
            <a:ext cx="9190687" cy="517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ChatGPT Image Jun 26, 2026, 10_19_3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88050" cy="517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title="ChatGPT Image Jun 26, 2026, 10_19_3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title="ChatGPT Image Jun 26, 2026, 10_19_4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99001" cy="517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 title="ChatGPT Image Jun 26, 2026, 10_20_2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88050" cy="517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4" title="qr-code-178253417826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8509" y="4341330"/>
            <a:ext cx="660274" cy="6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